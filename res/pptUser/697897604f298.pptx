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8EE2-96D1-E8E2-57C1-4E7062FEA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FFF85-35E1-16BB-D4EB-C2908C358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AA0C6-9D56-78CD-4586-1C0342559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0AFF6-1F25-60CB-A6C6-F41787B7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22AB5-EAB4-5880-C9B6-DB3952CF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252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A7021-02FE-4EFE-95C4-EFC6CFD1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4C02-0328-1A26-17BA-91ADB4787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56DFF-3D7C-6869-32D1-BF257463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8CC0F-0370-44B2-684D-92DE30B3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4115D-2591-3E3B-640F-C0824AA9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6126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4468-C881-0A46-7E4B-0118D269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00DDE-C400-58D9-3547-4ED6F1807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90C53-0795-B0E1-5BDF-22757A83D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C5616-5D2E-907F-3AAB-6E7A5241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A4105-010C-BC56-7169-92339490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0107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B617-5A38-EF29-B96B-01CE7E8B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4D3D-B648-C155-D8B5-906667FA1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2FB7A-E9A6-73C9-C543-6FCE593C7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C761D-A6C8-4204-B6E1-9DE8CCB0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43F9E-96B2-404E-6FF7-B67A4D4F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0CB40-E561-9762-8E84-E5488DA02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081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920B-964E-0C98-787C-6C3B6052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06533-B25A-D1E2-E9F9-BB66E2C41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34188-D3FA-F35E-EFD2-3383C9DDB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8366C-762E-6880-3603-2E067555A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F6F159-9EED-2EE0-CCF1-F675EC0B6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6F1A3-9403-4316-10A4-873F89CBC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B029E4-7575-2DBD-24C8-6D1DEC9A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B8EC50-FCCC-7EF7-12C3-513E42C9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319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FD6B-EC1C-8B61-88F5-A68422EA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6177C-E86E-E5FA-B500-3852B5DD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8635D-A5D2-B580-F858-6AE81D839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638C7-54AD-9485-7DB9-D8DBF86EB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42046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5BFAE-9C32-0B1E-70FF-6B725668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98F6E-9B43-0BA9-101A-60AB80D8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76B1D-8C0C-6BA2-AC9A-DFB389CC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5667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5D22-7E28-AEC6-8B47-A97BBE36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869C3-D81C-CBE9-FA16-2D3E3F1B4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CF370-9CF9-7833-0627-A47D037E1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6F0C6-7549-3542-DBC0-067C5951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7D4E1-9B3A-0B24-0C74-115506A5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15882-C645-552F-6F54-6E1D215A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9768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1C1A-3D8B-F006-F283-8C192679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3B8EF-D668-BB55-F34F-B75450194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9B5A6-83A1-0F31-62F7-BCB936F27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D9FB4-0A7C-7CDB-2BAD-135B3E37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D65A2-A36A-A8AE-145E-2311F39B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0F7F1-E9BD-543C-7316-A0EE656D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104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7255-59A3-450C-2E2B-AAD487EC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468D4-3FD8-7E40-39B2-52AF34A1B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2158E-FA96-61C0-D058-40B8B4E6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9B669-9950-985C-E15B-4CA71967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AD75A-D6FD-A452-BCE4-71EC6105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01386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2C548-11A9-CD28-78C6-277CABB785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CFAEA-D1CC-08D1-2A27-CE2B16E48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58B8E-E95E-C0C3-36E0-6A344B7A0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9D705-E611-8E58-F3C3-7CF681FF4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DFBA-8804-971C-81B6-E47FCE72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0201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2359C-CDEA-3BA3-E8DF-45BC3E541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CC0F6-0914-8AD8-9813-F35E51EDB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3623A-2547-16AA-B001-07C87AA0C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DD209-16F7-4767-9AD9-AB35AFA39FCE}" type="datetimeFigureOut">
              <a:rPr lang="el-GR" smtClean="0"/>
              <a:t>25/1/2026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9F3A5-AD1D-B93B-EEC5-B58F536AB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9733C-6E8A-09B4-96C6-176587F1F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18429-9A50-4C7C-82AE-7A805FD172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3318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BB71-FCE7-ABF4-8BB9-A8E92A996F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/>
              <a:t>Percobaan Iqbal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BE8BC-1CCA-4318-8801-C9594B946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1557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Percobaan Iqbal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2026-01-25T14:13:27Z</dcterms:created>
  <dcterms:modified xsi:type="dcterms:W3CDTF">2026-01-25T14:13:32Z</dcterms:modified>
</cp:coreProperties>
</file>