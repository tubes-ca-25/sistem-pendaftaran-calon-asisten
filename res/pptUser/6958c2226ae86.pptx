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03CE-B674-0721-A8EB-9076AE75C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01063-1E48-E285-2D64-60F6A81ED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4ABBD-3F9B-1343-EA85-B122D5EC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A5901-82B8-C182-8417-DEEB33AD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0D8D4-C2D8-7815-0A9C-E5EC8DF2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7508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92CC-F1CF-0DC7-F4C5-EAC7EA29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49AB-BA3A-4ABF-38AD-415BDC02D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A09BF-787A-C507-AA7C-9DD6E9C8D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47BDB-11BC-949C-87D5-9D0E6DAD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012B8-ECC4-F244-7942-BA9860E5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0810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7D9C-CE84-165E-E887-00404A95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D8622-9BED-28E8-06FD-785E67DBC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7CF9-4FB0-4B16-D23F-4B796E98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0F5ED-FB66-1048-CCC4-31F9DF8F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36975-E25D-5755-2288-4EE15A34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8222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37CE-5511-0DCC-1278-08DAB5FC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AC99-1D5E-7EB4-2775-FD4B1CC57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09642-ACFE-986D-494B-ABC4AB1C9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799D7-4B08-B53D-0B5B-8148211C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97E75-9A8F-D9CC-4F31-8BCE1A0A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FDA74-34B3-4064-1208-BCC912DD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63787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D5D7-630C-2482-FCCB-7E9D1096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6E60A-B020-C621-2C3C-9704CDFE4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FD777-E0FB-EC9C-BF22-3D641C9C8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79D8C0-8A69-FA90-217E-6B2B77A9D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B4654-1524-25EB-2810-211AE32FE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F6F4A-36DA-E2EB-8D6C-3AF10104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C93FF-94A4-974A-FC78-B506B162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ECA9C-A221-FA2A-2B78-7D9F85A9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5357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317D-BE96-439D-EDA2-D073016C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8BED6-10E7-883C-376C-78BB68CD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C609F-CAA6-6ABD-512C-CFACB16AD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49423-1402-2AE7-8551-B37B79ED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1639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2F67-74EE-1655-E184-90CFE4B1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E7A52-FCBA-5339-E676-E5EA2861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D9895-2D5B-BE02-E773-772136B1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8416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19FA-0A5E-963D-AF8A-DBCDB55D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456D0-80B1-A127-0594-7C5BA804D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B76C2-CDA3-78AF-CA88-E77DBA28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1BF69-F353-844F-0DCA-7ABCF871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DC73F-EBAD-156A-3CC9-611E6AB0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A1560-6AB3-394F-ADE2-AF46F4FF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75111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BD66-EC71-A04D-B2E0-DE4AC2674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3F422-88A7-B293-FA7B-9D3C9A9F8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76E29-2B57-7A58-D2E8-8FF487C4F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A906B-931C-5C0B-F942-F3EF8B8F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F3360-E20F-6DC6-C883-1E1343FA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DF954-6E71-6E10-BF08-6A6C1C11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4955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0972-85F7-6049-1F0B-BAB592F4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2F531-091C-82F6-0639-CF55B1CE4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3CEE9-B53C-EB08-896E-CA5A86C1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24603-B42E-E6E5-4995-BC62B88DB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3F708-5017-7801-DA47-0E5D1A60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4807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D8666-71F8-85F7-CA83-E2CD6A44F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5B6C2-D1C1-842C-C6D4-0C983952D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EFC15-E2CC-B0E3-A1C2-ECE4F5E7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618E-3526-5C36-5B73-45E1978C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F3558-8CD0-0682-4B5F-42AE53B7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2678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B6DB6C-0705-99AE-960F-E2D4DD870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89770-32B5-3352-959E-FCC8BB262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8D6B-57A0-6F5F-623A-D74E4C28F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613B5-0FA8-467B-88CD-21048BCE0E97}" type="datetimeFigureOut">
              <a:rPr lang="el-GR" smtClean="0"/>
              <a:t>3/1/2026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9182F-6BC5-F804-5530-0460CFED4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31EF0-E27D-0341-27E7-191EC3749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8B57A-F2CC-46A8-81F2-37191642095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1034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5C009-C7D7-E43A-673B-B18217BA5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Percobaan PPT</a:t>
            </a:r>
            <a:endParaRPr lang="el-G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31106-8363-0333-E709-BBA42000D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/>
              <a:t>Ichwal ganteng sekali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6393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Percobaan 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2026-01-03T07:14:53Z</dcterms:created>
  <dcterms:modified xsi:type="dcterms:W3CDTF">2026-01-03T07:15:22Z</dcterms:modified>
</cp:coreProperties>
</file>